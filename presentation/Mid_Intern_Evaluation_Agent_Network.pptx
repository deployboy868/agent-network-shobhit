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Agent Social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</a:defRPr>
            </a:pPr>
            <a:r>
              <a:t>Mid-Internship Evaluation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Shobhit Raj · IIT Patna · Engineering Intern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Mentors: Mayank Kumar, Prabhpreet Singh · Pillar: Team Productivity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572000"/>
            <a:ext cx="164592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Today’s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Aligned with mid-evaluation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</a:defRPr>
            </a:pPr>
            <a:r>
              <a:t>1. Problem statement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</a:defRPr>
            </a:pPr>
            <a:r>
              <a:t>2. Why this is a real problem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</a:defRPr>
            </a:pPr>
            <a:r>
              <a:t>3. Who our users are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</a:defRPr>
            </a:pPr>
            <a:r>
              <a:t>4. Current progress &amp; live demos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</a:defRPr>
            </a:pPr>
            <a:r>
              <a:t>5. End vision for the product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</a:defRPr>
            </a:pPr>
            <a:r>
              <a:t>6. Plan for upcoming weeks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</a:defRPr>
            </a:pPr>
            <a:r>
              <a:t>7. Blockers &amp; how we’re addressing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Build an internal Agent Social Network at Sprinklr.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Each node = a digital twin of an employee.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Twins use MCP tools: Jira, GitLab, Teams, Workday.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Twins coordinate with each other to assign work and follow up.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Goal: remove routine context-switching between tools and people.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Managers assign in Jira — engineers may not see it immediately.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Status checks require manual lookups across Jira, GitLab, Teams.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MR context lives in GitLab; ticket context lives in Jira.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Cross-team coordination burns time on copying context, not building.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Agents + agent-to-agent messaging automate the routine coordination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User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Managers / leads — assign work, review team progress via their twin.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Engineers — receive tasks, update Jira, complete work via their twin.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Platform / intern team — build twins, MCP tools, orchestration, safety.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Today: demo twins (Mayank, Prabhpreet, Harshad) in code.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End state: every employee from Workday roster gets a twin.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Current Progress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8138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Menlo"/>
              </a:defRPr>
            </a:pPr>
            <a:r>
              <a:t>User / Demo  →  LangGraph (delegate → complete → track)</a:t>
            </a:r>
          </a:p>
          <a:p>
            <a:pPr>
              <a:defRPr sz="1500">
                <a:solidFill>
                  <a:srgbClr val="475569"/>
                </a:solidFill>
                <a:latin typeface="Menlo"/>
              </a:defRPr>
            </a:pPr>
            <a:r>
              <a:t>                    ↓</a:t>
            </a:r>
          </a:p>
          <a:p>
            <a:pPr>
              <a:defRPr sz="1500">
                <a:solidFill>
                  <a:srgbClr val="475569"/>
                </a:solidFill>
                <a:latin typeface="Menlo"/>
              </a:defRPr>
            </a:pPr>
            <a:r>
              <a:t>           Digital Twin Agents  ↔  Agent Message Bus</a:t>
            </a:r>
          </a:p>
          <a:p>
            <a:pPr>
              <a:defRPr sz="1500">
                <a:solidFill>
                  <a:srgbClr val="475569"/>
                </a:solidFill>
                <a:latin typeface="Menlo"/>
              </a:defRPr>
            </a:pPr>
            <a:r>
              <a:t>                    ↓</a:t>
            </a:r>
          </a:p>
          <a:p>
            <a:pPr>
              <a:defRPr sz="1500">
                <a:solidFill>
                  <a:srgbClr val="475569"/>
                </a:solidFill>
                <a:latin typeface="Menlo"/>
              </a:defRPr>
            </a:pPr>
            <a:r>
              <a:t>              MCP Tool Layer</a:t>
            </a:r>
          </a:p>
          <a:p>
            <a:pPr>
              <a:defRPr sz="1500">
                <a:solidFill>
                  <a:srgbClr val="475569"/>
                </a:solidFill>
                <a:latin typeface="Menlo"/>
              </a:defRPr>
            </a:pPr>
            <a:r>
              <a:t>         Jira (live) · GitLab (read) · Teams · Workday</a:t>
            </a:r>
          </a:p>
          <a:p>
            <a:pPr>
              <a:defRPr sz="1500">
                <a:solidFill>
                  <a:srgbClr val="475569"/>
                </a:solidFill>
                <a:latin typeface="Menlo"/>
              </a:defRPr>
            </a:pPr>
            <a:r>
              <a:t>                    ↓</a:t>
            </a:r>
          </a:p>
          <a:p>
            <a:pPr>
              <a:defRPr sz="1500">
                <a:solidFill>
                  <a:srgbClr val="475569"/>
                </a:solidFill>
                <a:latin typeface="Menlo"/>
              </a:defRPr>
            </a:pPr>
            <a:r>
              <a:t>           MCP Server in Cursor (10 tools, live)</a:t>
            </a:r>
          </a:p>
          <a:p>
            <a:pPr>
              <a:defRPr sz="1500">
                <a:solidFill>
                  <a:srgbClr val="475569"/>
                </a:solidFill>
                <a:latin typeface="Menlo"/>
              </a:defRPr>
            </a:pPr>
          </a:p>
          <a:p>
            <a:pPr>
              <a:defRPr sz="1500">
                <a:solidFill>
                  <a:srgbClr val="475569"/>
                </a:solidFill>
                <a:latin typeface="Menlo"/>
              </a:defRPr>
            </a:pPr>
            <a:r>
              <a:t>Next layer (planned): LLM reasoning on top of MCP + LangGraph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Current Progress — Deliverables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71600"/>
          <a:ext cx="83210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Digital twins + 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Sample roster; Workday next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Jira MCP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Create, assign, close,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GitLab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Read-only + Jira comment link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Teams / Workday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Mock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Awaiting mentor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Agent-to-agent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In-process protocol MVP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Assign + track demo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Safe-prefix + safe mode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delegate → complete → track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MCP server (Cursor)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Green — 10 tools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LLM autonomy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MCP ready as tool layer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Live Demos You Can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assign_and_track_graph — full live Jira flow via LangGraph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review_tasks — read-only manager progress view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MCP in Cursor — agent_network_status, jira_list_tickets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verify_gitlab — read-only MR list (VPN)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Safety: [Agent-Network-TEST] prefix · demo assigns to intern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End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Every employee has a digital twin with skills from their role.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Manager: “Assign the handbook fix to Prabhpreet” (natural language).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LLM twin picks tools, creates Jira ticket, messages assignee’s twin.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Assignee twin works ticket; GitLab MR linked; Teams notification sent.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Reporter twin autonomously follows up until done — no manual chasing.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MCP is the shared tool layer for Cursor, Copilot, and internal agents.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Plan — Upcoming Weeks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71600"/>
          <a:ext cx="8321040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</a:tblGrid>
              <a:tr h="40843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Teams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Live notify assignee (test channel)</a:t>
                      </a:r>
                    </a:p>
                  </a:txBody>
                  <a:tcPr/>
                </a:tc>
              </a:tr>
              <a:tr h="408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Week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Workday CSV loader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Real employee roster → twins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Week 3–4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GitLab in 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Link MR → Jira in main flow</a:t>
                      </a:r>
                    </a:p>
                  </a:txBody>
                  <a:tcPr/>
                </a:tc>
              </a:tr>
              <a:tr h="408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LLM + tool calling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Natural language → MCP tools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Final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End-to-end story for evaluation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Blockers &amp; Mitigations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71600"/>
          <a:ext cx="8321040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</a:tblGrid>
              <a:tr h="40843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Teams API /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No live pings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Mock works; requested access</a:t>
                      </a:r>
                    </a:p>
                  </a:txBody>
                  <a:tcPr/>
                </a:tc>
              </a:tr>
              <a:tr h="408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Workday roster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Sample twins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CSV loader ready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GitLab UI 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Can’t browse MRs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API read works with VPN</a:t>
                      </a:r>
                    </a:p>
                  </a:txBody>
                  <a:tcPr/>
                </a:tc>
              </a:tr>
              <a:tr h="408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No open MRs in main repo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Can’t demo MR link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Code ready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LLM API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No NL autonomy 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Ask Sprinklr-approved API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768096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